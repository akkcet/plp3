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5705834" r:id="rId2"/>
    <p:sldId id="2145705836" r:id="rId3"/>
    <p:sldId id="2145705838" r:id="rId4"/>
    <p:sldId id="2145705824" r:id="rId5"/>
    <p:sldId id="2145705837" r:id="rId6"/>
    <p:sldId id="214570583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ECD2F91-5418-458B-B8EE-0156704FF51A}">
          <p14:sldIdLst>
            <p14:sldId id="2145705834"/>
            <p14:sldId id="2145705836"/>
            <p14:sldId id="2145705838"/>
            <p14:sldId id="2145705824"/>
            <p14:sldId id="2145705837"/>
            <p14:sldId id="21457058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D3458-1036-DB2B-B9A8-F4876D813538}" v="207" dt="2026-07-01T06:39:37.030"/>
    <p1510:client id="{2A3FDFC4-4776-41CB-B52D-19AFF9EEF0CC}" v="109" dt="2026-07-01T07:04:50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, Srikanta" userId="a380400b-a41d-4674-805f-f411190eaea8" providerId="ADAL" clId="{1333D9CE-3004-449A-A8D7-952EFCB28614}"/>
    <pc:docChg chg="undo custSel addSld delSld modSld sldOrd modSection">
      <pc:chgData name="Kar, Srikanta" userId="a380400b-a41d-4674-805f-f411190eaea8" providerId="ADAL" clId="{1333D9CE-3004-449A-A8D7-952EFCB28614}" dt="2026-07-01T07:12:02.912" v="391" actId="20577"/>
      <pc:docMkLst>
        <pc:docMk/>
      </pc:docMkLst>
      <pc:sldChg chg="ord">
        <pc:chgData name="Kar, Srikanta" userId="a380400b-a41d-4674-805f-f411190eaea8" providerId="ADAL" clId="{1333D9CE-3004-449A-A8D7-952EFCB28614}" dt="2026-07-01T06:21:24.232" v="208"/>
        <pc:sldMkLst>
          <pc:docMk/>
          <pc:sldMk cId="264756555" sldId="2145705824"/>
        </pc:sldMkLst>
      </pc:sldChg>
      <pc:sldChg chg="del">
        <pc:chgData name="Kar, Srikanta" userId="a380400b-a41d-4674-805f-f411190eaea8" providerId="ADAL" clId="{1333D9CE-3004-449A-A8D7-952EFCB28614}" dt="2026-07-01T06:24:31.683" v="261" actId="47"/>
        <pc:sldMkLst>
          <pc:docMk/>
          <pc:sldMk cId="515105879" sldId="2145705825"/>
        </pc:sldMkLst>
      </pc:sldChg>
      <pc:sldChg chg="del">
        <pc:chgData name="Kar, Srikanta" userId="a380400b-a41d-4674-805f-f411190eaea8" providerId="ADAL" clId="{1333D9CE-3004-449A-A8D7-952EFCB28614}" dt="2026-07-01T06:24:39.523" v="262" actId="47"/>
        <pc:sldMkLst>
          <pc:docMk/>
          <pc:sldMk cId="3816657767" sldId="2145705835"/>
        </pc:sldMkLst>
      </pc:sldChg>
      <pc:sldChg chg="addSp delSp modSp add mod">
        <pc:chgData name="Kar, Srikanta" userId="a380400b-a41d-4674-805f-f411190eaea8" providerId="ADAL" clId="{1333D9CE-3004-449A-A8D7-952EFCB28614}" dt="2026-07-01T06:06:32.178" v="206" actId="313"/>
        <pc:sldMkLst>
          <pc:docMk/>
          <pc:sldMk cId="822758990" sldId="2145705836"/>
        </pc:sldMkLst>
        <pc:spChg chg="mod">
          <ac:chgData name="Kar, Srikanta" userId="a380400b-a41d-4674-805f-f411190eaea8" providerId="ADAL" clId="{1333D9CE-3004-449A-A8D7-952EFCB28614}" dt="2026-07-01T06:06:10.853" v="196" actId="6549"/>
          <ac:spMkLst>
            <pc:docMk/>
            <pc:sldMk cId="822758990" sldId="2145705836"/>
            <ac:spMk id="2" creationId="{D9C26BA7-2309-ADF6-D2BA-23366DB6BB71}"/>
          </ac:spMkLst>
        </pc:spChg>
        <pc:spChg chg="add mod">
          <ac:chgData name="Kar, Srikanta" userId="a380400b-a41d-4674-805f-f411190eaea8" providerId="ADAL" clId="{1333D9CE-3004-449A-A8D7-952EFCB28614}" dt="2026-06-29T10:18:48.456" v="152" actId="1076"/>
          <ac:spMkLst>
            <pc:docMk/>
            <pc:sldMk cId="822758990" sldId="2145705836"/>
            <ac:spMk id="3" creationId="{FFDE28AB-A9C3-BFD9-92AF-393404D3C432}"/>
          </ac:spMkLst>
        </pc:spChg>
        <pc:spChg chg="mod">
          <ac:chgData name="Kar, Srikanta" userId="a380400b-a41d-4674-805f-f411190eaea8" providerId="ADAL" clId="{1333D9CE-3004-449A-A8D7-952EFCB28614}" dt="2026-07-01T06:06:32.178" v="206" actId="313"/>
          <ac:spMkLst>
            <pc:docMk/>
            <pc:sldMk cId="822758990" sldId="2145705836"/>
            <ac:spMk id="5" creationId="{EEA18F23-2555-AC57-67E5-1CE6352FC274}"/>
          </ac:spMkLst>
        </pc:spChg>
        <pc:spChg chg="add mod">
          <ac:chgData name="Kar, Srikanta" userId="a380400b-a41d-4674-805f-f411190eaea8" providerId="ADAL" clId="{1333D9CE-3004-449A-A8D7-952EFCB28614}" dt="2026-06-29T10:22:16.871" v="167" actId="1076"/>
          <ac:spMkLst>
            <pc:docMk/>
            <pc:sldMk cId="822758990" sldId="2145705836"/>
            <ac:spMk id="6" creationId="{020672B3-B069-5FB7-CBDC-C435E78F314F}"/>
          </ac:spMkLst>
        </pc:spChg>
        <pc:spChg chg="add mod">
          <ac:chgData name="Kar, Srikanta" userId="a380400b-a41d-4674-805f-f411190eaea8" providerId="ADAL" clId="{1333D9CE-3004-449A-A8D7-952EFCB28614}" dt="2026-06-29T10:18:42.548" v="151" actId="1076"/>
          <ac:spMkLst>
            <pc:docMk/>
            <pc:sldMk cId="822758990" sldId="2145705836"/>
            <ac:spMk id="7" creationId="{99EB2820-233F-CB47-11BB-E08A5B152AB8}"/>
          </ac:spMkLst>
        </pc:spChg>
        <pc:spChg chg="add mod">
          <ac:chgData name="Kar, Srikanta" userId="a380400b-a41d-4674-805f-f411190eaea8" providerId="ADAL" clId="{1333D9CE-3004-449A-A8D7-952EFCB28614}" dt="2026-06-29T10:18:28.410" v="148" actId="1076"/>
          <ac:spMkLst>
            <pc:docMk/>
            <pc:sldMk cId="822758990" sldId="2145705836"/>
            <ac:spMk id="8" creationId="{42A1504E-9B75-7344-6BDE-99FFFB1B001A}"/>
          </ac:spMkLst>
        </pc:spChg>
        <pc:spChg chg="add mod">
          <ac:chgData name="Kar, Srikanta" userId="a380400b-a41d-4674-805f-f411190eaea8" providerId="ADAL" clId="{1333D9CE-3004-449A-A8D7-952EFCB28614}" dt="2026-06-29T10:18:37.989" v="150" actId="1076"/>
          <ac:spMkLst>
            <pc:docMk/>
            <pc:sldMk cId="822758990" sldId="2145705836"/>
            <ac:spMk id="9" creationId="{60BA9332-7D6E-AC54-FBB4-605932DCBDBE}"/>
          </ac:spMkLst>
        </pc:spChg>
        <pc:spChg chg="add mod">
          <ac:chgData name="Kar, Srikanta" userId="a380400b-a41d-4674-805f-f411190eaea8" providerId="ADAL" clId="{1333D9CE-3004-449A-A8D7-952EFCB28614}" dt="2026-06-29T10:16:15.598" v="117" actId="207"/>
          <ac:spMkLst>
            <pc:docMk/>
            <pc:sldMk cId="822758990" sldId="2145705836"/>
            <ac:spMk id="15" creationId="{B24F9500-E840-3171-70F4-7C430E679ADF}"/>
          </ac:spMkLst>
        </pc:spChg>
        <pc:spChg chg="add mod">
          <ac:chgData name="Kar, Srikanta" userId="a380400b-a41d-4674-805f-f411190eaea8" providerId="ADAL" clId="{1333D9CE-3004-449A-A8D7-952EFCB28614}" dt="2026-06-29T10:23:17.435" v="176" actId="1076"/>
          <ac:spMkLst>
            <pc:docMk/>
            <pc:sldMk cId="822758990" sldId="2145705836"/>
            <ac:spMk id="16" creationId="{33A65107-881E-3642-EE60-503528C34015}"/>
          </ac:spMkLst>
        </pc:spChg>
        <pc:spChg chg="add mod">
          <ac:chgData name="Kar, Srikanta" userId="a380400b-a41d-4674-805f-f411190eaea8" providerId="ADAL" clId="{1333D9CE-3004-449A-A8D7-952EFCB28614}" dt="2026-06-29T10:17:02.816" v="125" actId="1076"/>
          <ac:spMkLst>
            <pc:docMk/>
            <pc:sldMk cId="822758990" sldId="2145705836"/>
            <ac:spMk id="17" creationId="{DAFBCBD5-D202-7DFE-C5F7-0A8985D30E72}"/>
          </ac:spMkLst>
        </pc:spChg>
        <pc:spChg chg="add mod">
          <ac:chgData name="Kar, Srikanta" userId="a380400b-a41d-4674-805f-f411190eaea8" providerId="ADAL" clId="{1333D9CE-3004-449A-A8D7-952EFCB28614}" dt="2026-06-29T10:17:35.467" v="128" actId="1076"/>
          <ac:spMkLst>
            <pc:docMk/>
            <pc:sldMk cId="822758990" sldId="2145705836"/>
            <ac:spMk id="18" creationId="{82DD4B1A-3712-250D-E349-C7CFD05F0043}"/>
          </ac:spMkLst>
        </pc:spChg>
        <pc:spChg chg="add mod">
          <ac:chgData name="Kar, Srikanta" userId="a380400b-a41d-4674-805f-f411190eaea8" providerId="ADAL" clId="{1333D9CE-3004-449A-A8D7-952EFCB28614}" dt="2026-06-29T10:17:58.004" v="142" actId="1035"/>
          <ac:spMkLst>
            <pc:docMk/>
            <pc:sldMk cId="822758990" sldId="2145705836"/>
            <ac:spMk id="19" creationId="{7E66AD60-617B-CA88-A30D-3ADFB2E646E0}"/>
          </ac:spMkLst>
        </pc:spChg>
        <pc:spChg chg="add mod">
          <ac:chgData name="Kar, Srikanta" userId="a380400b-a41d-4674-805f-f411190eaea8" providerId="ADAL" clId="{1333D9CE-3004-449A-A8D7-952EFCB28614}" dt="2026-06-29T10:24:06.523" v="180" actId="1076"/>
          <ac:spMkLst>
            <pc:docMk/>
            <pc:sldMk cId="822758990" sldId="2145705836"/>
            <ac:spMk id="46" creationId="{09BB8C8C-52F3-1D8B-D521-AC86C1D389E5}"/>
          </ac:spMkLst>
        </pc:spChg>
        <pc:cxnChg chg="add mod">
          <ac:chgData name="Kar, Srikanta" userId="a380400b-a41d-4674-805f-f411190eaea8" providerId="ADAL" clId="{1333D9CE-3004-449A-A8D7-952EFCB28614}" dt="2026-06-29T10:25:38.882" v="181" actId="108"/>
          <ac:cxnSpMkLst>
            <pc:docMk/>
            <pc:sldMk cId="822758990" sldId="2145705836"/>
            <ac:cxnSpMk id="21" creationId="{4B975173-9B16-435D-09EF-335A9670888C}"/>
          </ac:cxnSpMkLst>
        </pc:cxnChg>
        <pc:cxnChg chg="add mod">
          <ac:chgData name="Kar, Srikanta" userId="a380400b-a41d-4674-805f-f411190eaea8" providerId="ADAL" clId="{1333D9CE-3004-449A-A8D7-952EFCB28614}" dt="2026-06-29T10:25:41.718" v="182" actId="108"/>
          <ac:cxnSpMkLst>
            <pc:docMk/>
            <pc:sldMk cId="822758990" sldId="2145705836"/>
            <ac:cxnSpMk id="23" creationId="{52D1FB93-413F-9E30-8D35-422513535BFF}"/>
          </ac:cxnSpMkLst>
        </pc:cxnChg>
        <pc:cxnChg chg="add mod">
          <ac:chgData name="Kar, Srikanta" userId="a380400b-a41d-4674-805f-f411190eaea8" providerId="ADAL" clId="{1333D9CE-3004-449A-A8D7-952EFCB28614}" dt="2026-06-29T10:19:13.493" v="155" actId="13822"/>
          <ac:cxnSpMkLst>
            <pc:docMk/>
            <pc:sldMk cId="822758990" sldId="2145705836"/>
            <ac:cxnSpMk id="27" creationId="{1D701D1A-740D-B345-9993-8E09F976CEBC}"/>
          </ac:cxnSpMkLst>
        </pc:cxnChg>
        <pc:cxnChg chg="add mod">
          <ac:chgData name="Kar, Srikanta" userId="a380400b-a41d-4674-805f-f411190eaea8" providerId="ADAL" clId="{1333D9CE-3004-449A-A8D7-952EFCB28614}" dt="2026-06-29T10:22:16.871" v="167" actId="1076"/>
          <ac:cxnSpMkLst>
            <pc:docMk/>
            <pc:sldMk cId="822758990" sldId="2145705836"/>
            <ac:cxnSpMk id="29" creationId="{1F3F60E7-0FE1-59EA-F9FB-53D8087F77F9}"/>
          </ac:cxnSpMkLst>
        </pc:cxnChg>
        <pc:cxnChg chg="add mod">
          <ac:chgData name="Kar, Srikanta" userId="a380400b-a41d-4674-805f-f411190eaea8" providerId="ADAL" clId="{1333D9CE-3004-449A-A8D7-952EFCB28614}" dt="2026-06-29T10:25:51.103" v="184" actId="108"/>
          <ac:cxnSpMkLst>
            <pc:docMk/>
            <pc:sldMk cId="822758990" sldId="2145705836"/>
            <ac:cxnSpMk id="31" creationId="{3EDA0E5B-D8B3-160B-EC5B-840175BF21E5}"/>
          </ac:cxnSpMkLst>
        </pc:cxnChg>
        <pc:cxnChg chg="add mod">
          <ac:chgData name="Kar, Srikanta" userId="a380400b-a41d-4674-805f-f411190eaea8" providerId="ADAL" clId="{1333D9CE-3004-449A-A8D7-952EFCB28614}" dt="2026-06-29T10:26:01.322" v="185" actId="208"/>
          <ac:cxnSpMkLst>
            <pc:docMk/>
            <pc:sldMk cId="822758990" sldId="2145705836"/>
            <ac:cxnSpMk id="32" creationId="{2A588044-B3EC-CFCF-B069-B71F6119E378}"/>
          </ac:cxnSpMkLst>
        </pc:cxnChg>
        <pc:cxnChg chg="add mod">
          <ac:chgData name="Kar, Srikanta" userId="a380400b-a41d-4674-805f-f411190eaea8" providerId="ADAL" clId="{1333D9CE-3004-449A-A8D7-952EFCB28614}" dt="2026-06-29T10:23:09.510" v="175" actId="14100"/>
          <ac:cxnSpMkLst>
            <pc:docMk/>
            <pc:sldMk cId="822758990" sldId="2145705836"/>
            <ac:cxnSpMk id="39" creationId="{8B9D381A-2B39-C757-E2B0-A0FACB94FB14}"/>
          </ac:cxnSpMkLst>
        </pc:cxnChg>
        <pc:cxnChg chg="add mod">
          <ac:chgData name="Kar, Srikanta" userId="a380400b-a41d-4674-805f-f411190eaea8" providerId="ADAL" clId="{1333D9CE-3004-449A-A8D7-952EFCB28614}" dt="2026-06-29T10:23:17.435" v="176" actId="1076"/>
          <ac:cxnSpMkLst>
            <pc:docMk/>
            <pc:sldMk cId="822758990" sldId="2145705836"/>
            <ac:cxnSpMk id="40" creationId="{5A424404-EF38-B6FF-C6EB-0B019EC143B8}"/>
          </ac:cxnSpMkLst>
        </pc:cxnChg>
      </pc:sldChg>
      <pc:sldChg chg="modSp add mod ord">
        <pc:chgData name="Kar, Srikanta" userId="a380400b-a41d-4674-805f-f411190eaea8" providerId="ADAL" clId="{1333D9CE-3004-449A-A8D7-952EFCB28614}" dt="2026-07-01T06:24:08.335" v="260" actId="14100"/>
        <pc:sldMkLst>
          <pc:docMk/>
          <pc:sldMk cId="1672039131" sldId="2145705837"/>
        </pc:sldMkLst>
        <pc:spChg chg="mod">
          <ac:chgData name="Kar, Srikanta" userId="a380400b-a41d-4674-805f-f411190eaea8" providerId="ADAL" clId="{1333D9CE-3004-449A-A8D7-952EFCB28614}" dt="2026-07-01T06:23:02.690" v="238" actId="20577"/>
          <ac:spMkLst>
            <pc:docMk/>
            <pc:sldMk cId="1672039131" sldId="2145705837"/>
            <ac:spMk id="2" creationId="{A3FC83A7-1676-BF1D-1AF4-B204D12AB035}"/>
          </ac:spMkLst>
        </pc:spChg>
        <pc:spChg chg="mod">
          <ac:chgData name="Kar, Srikanta" userId="a380400b-a41d-4674-805f-f411190eaea8" providerId="ADAL" clId="{1333D9CE-3004-449A-A8D7-952EFCB28614}" dt="2026-07-01T06:24:08.335" v="260" actId="14100"/>
          <ac:spMkLst>
            <pc:docMk/>
            <pc:sldMk cId="1672039131" sldId="2145705837"/>
            <ac:spMk id="4" creationId="{985A472C-B15B-501B-5310-E845F6457182}"/>
          </ac:spMkLst>
        </pc:spChg>
      </pc:sldChg>
      <pc:sldChg chg="modSp mod ord">
        <pc:chgData name="Kar, Srikanta" userId="a380400b-a41d-4674-805f-f411190eaea8" providerId="ADAL" clId="{1333D9CE-3004-449A-A8D7-952EFCB28614}" dt="2026-07-01T07:12:02.912" v="391" actId="20577"/>
        <pc:sldMkLst>
          <pc:docMk/>
          <pc:sldMk cId="816049211" sldId="2145705838"/>
        </pc:sldMkLst>
        <pc:spChg chg="mod">
          <ac:chgData name="Kar, Srikanta" userId="a380400b-a41d-4674-805f-f411190eaea8" providerId="ADAL" clId="{1333D9CE-3004-449A-A8D7-952EFCB28614}" dt="2026-07-01T07:12:02.912" v="391" actId="20577"/>
          <ac:spMkLst>
            <pc:docMk/>
            <pc:sldMk cId="816049211" sldId="2145705838"/>
            <ac:spMk id="3" creationId="{D9C8FF7D-D9B6-17CB-B3F6-36CBF1AB20B8}"/>
          </ac:spMkLst>
        </pc:spChg>
      </pc:sldChg>
    </pc:docChg>
  </pc:docChgLst>
  <pc:docChgLst>
    <pc:chgData name="Khuntia, Arun" userId="S::arun.khuntia@unilever.com::08117f5a-b0dc-4bc7-9690-ed45d58e7015" providerId="AD" clId="Web-{048D3458-1036-DB2B-B9A8-F4876D813538}"/>
    <pc:docChg chg="addSld modSld modSection">
      <pc:chgData name="Khuntia, Arun" userId="S::arun.khuntia@unilever.com::08117f5a-b0dc-4bc7-9690-ed45d58e7015" providerId="AD" clId="Web-{048D3458-1036-DB2B-B9A8-F4876D813538}" dt="2026-07-01T06:39:35.186" v="118" actId="20577"/>
      <pc:docMkLst>
        <pc:docMk/>
      </pc:docMkLst>
      <pc:sldChg chg="addSp delSp modSp">
        <pc:chgData name="Khuntia, Arun" userId="S::arun.khuntia@unilever.com::08117f5a-b0dc-4bc7-9690-ed45d58e7015" providerId="AD" clId="Web-{048D3458-1036-DB2B-B9A8-F4876D813538}" dt="2026-07-01T06:36:40.462" v="19" actId="14100"/>
        <pc:sldMkLst>
          <pc:docMk/>
          <pc:sldMk cId="264756555" sldId="2145705824"/>
        </pc:sldMkLst>
        <pc:picChg chg="add mod">
          <ac:chgData name="Khuntia, Arun" userId="S::arun.khuntia@unilever.com::08117f5a-b0dc-4bc7-9690-ed45d58e7015" providerId="AD" clId="Web-{048D3458-1036-DB2B-B9A8-F4876D813538}" dt="2026-07-01T06:36:40.462" v="19" actId="14100"/>
          <ac:picMkLst>
            <pc:docMk/>
            <pc:sldMk cId="264756555" sldId="2145705824"/>
            <ac:picMk id="3" creationId="{2BE167B8-4B27-5666-37DC-73EB99193C69}"/>
          </ac:picMkLst>
        </pc:picChg>
        <pc:picChg chg="del">
          <ac:chgData name="Khuntia, Arun" userId="S::arun.khuntia@unilever.com::08117f5a-b0dc-4bc7-9690-ed45d58e7015" providerId="AD" clId="Web-{048D3458-1036-DB2B-B9A8-F4876D813538}" dt="2026-07-01T06:36:18.133" v="15"/>
          <ac:picMkLst>
            <pc:docMk/>
            <pc:sldMk cId="264756555" sldId="2145705824"/>
            <ac:picMk id="5" creationId="{69A2DC61-52F7-003C-5833-724A862052B4}"/>
          </ac:picMkLst>
        </pc:picChg>
      </pc:sldChg>
      <pc:sldChg chg="modSp">
        <pc:chgData name="Khuntia, Arun" userId="S::arun.khuntia@unilever.com::08117f5a-b0dc-4bc7-9690-ed45d58e7015" providerId="AD" clId="Web-{048D3458-1036-DB2B-B9A8-F4876D813538}" dt="2026-07-01T06:27:17.477" v="14" actId="20577"/>
        <pc:sldMkLst>
          <pc:docMk/>
          <pc:sldMk cId="1672039131" sldId="2145705837"/>
        </pc:sldMkLst>
        <pc:spChg chg="mod">
          <ac:chgData name="Khuntia, Arun" userId="S::arun.khuntia@unilever.com::08117f5a-b0dc-4bc7-9690-ed45d58e7015" providerId="AD" clId="Web-{048D3458-1036-DB2B-B9A8-F4876D813538}" dt="2026-07-01T06:27:17.477" v="14" actId="20577"/>
          <ac:spMkLst>
            <pc:docMk/>
            <pc:sldMk cId="1672039131" sldId="2145705837"/>
            <ac:spMk id="2" creationId="{A3FC83A7-1676-BF1D-1AF4-B204D12AB035}"/>
          </ac:spMkLst>
        </pc:spChg>
      </pc:sldChg>
      <pc:sldChg chg="addSp modSp new">
        <pc:chgData name="Khuntia, Arun" userId="S::arun.khuntia@unilever.com::08117f5a-b0dc-4bc7-9690-ed45d58e7015" providerId="AD" clId="Web-{048D3458-1036-DB2B-B9A8-F4876D813538}" dt="2026-07-01T06:39:35.186" v="118" actId="20577"/>
        <pc:sldMkLst>
          <pc:docMk/>
          <pc:sldMk cId="816049211" sldId="2145705838"/>
        </pc:sldMkLst>
        <pc:spChg chg="mod">
          <ac:chgData name="Khuntia, Arun" userId="S::arun.khuntia@unilever.com::08117f5a-b0dc-4bc7-9690-ed45d58e7015" providerId="AD" clId="Web-{048D3458-1036-DB2B-B9A8-F4876D813538}" dt="2026-07-01T06:36:59.885" v="24" actId="20577"/>
          <ac:spMkLst>
            <pc:docMk/>
            <pc:sldMk cId="816049211" sldId="2145705838"/>
            <ac:spMk id="2" creationId="{888C632C-554C-F5FC-D08E-7C9986C0B253}"/>
          </ac:spMkLst>
        </pc:spChg>
        <pc:spChg chg="add mod">
          <ac:chgData name="Khuntia, Arun" userId="S::arun.khuntia@unilever.com::08117f5a-b0dc-4bc7-9690-ed45d58e7015" providerId="AD" clId="Web-{048D3458-1036-DB2B-B9A8-F4876D813538}" dt="2026-07-01T06:39:35.186" v="118" actId="20577"/>
          <ac:spMkLst>
            <pc:docMk/>
            <pc:sldMk cId="816049211" sldId="2145705838"/>
            <ac:spMk id="3" creationId="{D9C8FF7D-D9B6-17CB-B3F6-36CBF1AB20B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3762D-55D6-9BF9-2DB6-E71D29581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B4755-A346-6312-5990-63B0D8D5D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F8524-6A16-45C6-999A-C3D92F70E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B776-5041-4FB4-83F8-3CD18A9E23E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DA778-5C51-72F2-E2B0-998B7752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AEE3F-F10F-B646-9F2A-7869BDA0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63C0E-E908-4541-810B-15B5410CE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283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790B8-96A2-414D-743C-9715F8200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9FCFF-D43B-F400-636C-0B205267F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7DC64-1AA9-44A1-21BC-ECC818964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B776-5041-4FB4-83F8-3CD18A9E23E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44F14-E362-AF61-7F00-1FEBDD044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F75F4-380D-6386-7C27-829872E7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63C0E-E908-4541-810B-15B5410CE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999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8EF4-9FB8-2FC2-F57C-C144D0D0E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9C960-9464-0261-C6C7-43CF73348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336DA-2460-E953-0577-ABD6745AF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B776-5041-4FB4-83F8-3CD18A9E23E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2B606-1A2D-2136-E817-96290E11D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87FC4-3961-4309-6114-07CA3D83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63C0E-E908-4541-810B-15B5410CE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885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F81A4-BAAB-5AFB-EEC4-078832CCB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1C98-AA7A-3866-55D6-4035083F4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45B1E3-F653-B118-F669-DACAE2C3D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02014-5F3D-396B-C7B6-7834C839A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B776-5041-4FB4-83F8-3CD18A9E23E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E4C54-32C5-E228-56A7-F70909030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D971A-7C5C-D9E7-10DF-578AC886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63C0E-E908-4541-810B-15B5410CE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79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2A660-760B-4D04-6732-3B6C3FFB1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9D704-F3DE-4552-616F-1B73A4B5C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59228-5B56-D2F9-9E84-D96B77E45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7F8E32-1A1D-9B21-C94D-CCFEF6056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BC7C7F-C80F-0F9E-C3A0-382DA533B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9C0141-BC22-FB3F-34E1-5A2E9D35D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B776-5041-4FB4-83F8-3CD18A9E23E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BB1246-84AC-C361-75D4-69400F3C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037712-7BBB-B6D5-5C0D-7140071B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63C0E-E908-4541-810B-15B5410CE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98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BCD0-425B-D9ED-0B95-9B8A85D83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3FF87-AB89-4FE1-DCD4-0178E12A4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B776-5041-4FB4-83F8-3CD18A9E23E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AC4B93-5ED7-C7A6-6D33-67650609A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23C526-44E2-F784-97F0-614009267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63C0E-E908-4541-810B-15B5410CE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541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92928-4B8F-830B-BDEE-70B710A8E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B776-5041-4FB4-83F8-3CD18A9E23E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FC5F0E-E2D2-824C-D4E7-3E93CD2E1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073D6-A761-B3EB-A6CC-054964E17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63C0E-E908-4541-810B-15B5410CE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076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A4139-3715-BCBC-6B44-0BE27806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83BB-0F9B-12EA-154D-F5D45AFCD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8EEA4E-C0C4-AA8D-BF83-08FADCEC8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707BC1-BD4C-7328-F2BC-A3DB30D6A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B776-5041-4FB4-83F8-3CD18A9E23E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AF8BA-407C-B9F3-95A5-A77F5E94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ED897-8A9E-86B8-7BFC-B37F7380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63C0E-E908-4541-810B-15B5410CE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52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C7132-6A9F-34E3-D532-565C3B92E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8C03A-6790-9AD0-F801-6FED90A0E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7F0AD-DD1A-6A59-A8AE-296B8AFB1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79A88-48CD-3FCA-DD4F-5EAED7D43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B776-5041-4FB4-83F8-3CD18A9E23E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5832F-63FD-E08F-8230-F32DB6E36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34768-1F0D-1585-4C6B-7EACFC34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63C0E-E908-4541-810B-15B5410CE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555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8BD4-7D91-35FE-B40E-F694A2D38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380CB1-D414-B608-3538-FC7C22C07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3989C-457D-6E7C-E999-E2F5419B6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B776-5041-4FB4-83F8-3CD18A9E23E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AC7C6-F683-418E-5EBE-B26CE4DBC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D9971-293F-A293-DAEE-90A620232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63C0E-E908-4541-810B-15B5410CE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38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2E37A9-66CD-D607-1773-A7A6A7B76A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7D933A-FE3C-86C2-46BC-292E9D44D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9114B-508C-9EAD-7989-D5DFF46DD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B776-5041-4FB4-83F8-3CD18A9E23E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DF4FA-EC4D-2A63-E1DC-B285F912B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8552F-50AC-202E-7E84-3266A9C9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63C0E-E908-4541-810B-15B5410CE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004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- Title and sidebar - jade - dov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2D84E-48D4-224B-97D4-2B5B7C00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800" y="288037"/>
            <a:ext cx="10584000" cy="900000"/>
          </a:xfrm>
        </p:spPr>
        <p:txBody>
          <a:bodyPr anchor="t"/>
          <a:lstStyle>
            <a:lvl1pPr>
              <a:lnSpc>
                <a:spcPts val="2700"/>
              </a:lnSpc>
              <a:defRPr sz="2500" b="1" i="0">
                <a:latin typeface="Unilever Shilling" panose="020B0502020202020204" pitchFamily="34" charset="77"/>
                <a:cs typeface="Unilever Shilling" panose="020B0502020202020204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55C7F-93C3-0045-AFB3-F3E3A2622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8479" y="6461125"/>
            <a:ext cx="477157" cy="253300"/>
          </a:xfrm>
        </p:spPr>
        <p:txBody>
          <a:bodyPr anchor="b"/>
          <a:lstStyle>
            <a:lvl1pPr>
              <a:lnSpc>
                <a:spcPts val="1200"/>
              </a:lnSpc>
              <a:defRPr sz="1000" b="1" i="0">
                <a:latin typeface="Unilever Shilling Medium" panose="020B0502020202020204" pitchFamily="34" charset="77"/>
                <a:cs typeface="Unilever Shilling Medium" panose="020B0502020202020204" pitchFamily="34" charset="77"/>
              </a:defRPr>
            </a:lvl1pPr>
          </a:lstStyle>
          <a:p>
            <a:fld id="{81BFEE39-4626-5744-A57E-063F5D338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BDCB8F0-2F26-1249-A4B5-3790032CEB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198800" y="6462425"/>
            <a:ext cx="4668523" cy="252000"/>
          </a:xfrm>
        </p:spPr>
        <p:txBody>
          <a:bodyPr anchor="b"/>
          <a:lstStyle>
            <a:lvl1pPr algn="l">
              <a:lnSpc>
                <a:spcPts val="1200"/>
              </a:lnSpc>
              <a:defRPr sz="1000" b="1" i="0">
                <a:latin typeface="Unilever Shilling Medium" panose="020B0502020202020204" pitchFamily="34" charset="77"/>
                <a:cs typeface="Unilever Shilling Medium" panose="020B0502020202020204" pitchFamily="34" charset="77"/>
              </a:defRPr>
            </a:lvl1pPr>
          </a:lstStyle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6A1981-8937-324F-8AF9-E391E4FF91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98990" y="6181903"/>
            <a:ext cx="4572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127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952AF1-498B-A286-BEAE-DD3EDB39B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9B51C-F43E-69EE-6858-FB6314C38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463E8-63EA-D40B-5671-91F813849B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76B776-5041-4FB4-83F8-3CD18A9E23EB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366F9-2FC3-5EC3-FCBF-590E552B4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2EF1E-832C-EA95-CECF-2661A06216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A63C0E-E908-4541-810B-15B5410CE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8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3017D-1BE1-C691-9773-D44ECD84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9170" y="2529000"/>
            <a:ext cx="7053660" cy="900000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Research &amp; deployment Plan</a:t>
            </a:r>
          </a:p>
        </p:txBody>
      </p:sp>
    </p:spTree>
    <p:extLst>
      <p:ext uri="{BB962C8B-B14F-4D97-AF65-F5344CB8AC3E}">
        <p14:creationId xmlns:p14="http://schemas.microsoft.com/office/powerpoint/2010/main" val="127186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618FE-9D33-30D6-C948-227DD66F9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26BA7-2309-ADF6-D2BA-23366DB6B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800" y="288037"/>
            <a:ext cx="2085174" cy="705021"/>
          </a:xfrm>
        </p:spPr>
        <p:txBody>
          <a:bodyPr>
            <a:normAutofit fontScale="90000"/>
          </a:bodyPr>
          <a:lstStyle/>
          <a:p>
            <a:r>
              <a:rPr lang="en-IN" sz="2200" dirty="0">
                <a:latin typeface="+mn-lt"/>
                <a:ea typeface="+mn-ea"/>
                <a:cs typeface="+mn-cs"/>
              </a:rPr>
              <a:t>Existing Setup</a:t>
            </a: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br>
              <a:rPr lang="en-IN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A18F23-2555-AC57-67E5-1CE6352FC274}"/>
              </a:ext>
            </a:extLst>
          </p:cNvPr>
          <p:cNvSpPr txBox="1"/>
          <p:nvPr/>
        </p:nvSpPr>
        <p:spPr>
          <a:xfrm>
            <a:off x="1164814" y="2918817"/>
            <a:ext cx="2119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Proposed Setup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FDE28AB-A9C3-BFD9-92AF-393404D3C432}"/>
              </a:ext>
            </a:extLst>
          </p:cNvPr>
          <p:cNvSpPr/>
          <p:nvPr/>
        </p:nvSpPr>
        <p:spPr>
          <a:xfrm>
            <a:off x="1322566" y="841722"/>
            <a:ext cx="1288026" cy="50144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Scinet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0672B3-B069-5FB7-CBDC-C435E78F314F}"/>
              </a:ext>
            </a:extLst>
          </p:cNvPr>
          <p:cNvSpPr/>
          <p:nvPr/>
        </p:nvSpPr>
        <p:spPr>
          <a:xfrm>
            <a:off x="1322566" y="2243098"/>
            <a:ext cx="1288026" cy="50144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FlexPLP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EB2820-233F-CB47-11BB-E08A5B152AB8}"/>
              </a:ext>
            </a:extLst>
          </p:cNvPr>
          <p:cNvSpPr/>
          <p:nvPr/>
        </p:nvSpPr>
        <p:spPr>
          <a:xfrm>
            <a:off x="3734754" y="1341882"/>
            <a:ext cx="1288026" cy="70502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PLP DEV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2A1504E-9B75-7344-6BDE-99FFFB1B001A}"/>
              </a:ext>
            </a:extLst>
          </p:cNvPr>
          <p:cNvSpPr/>
          <p:nvPr/>
        </p:nvSpPr>
        <p:spPr>
          <a:xfrm>
            <a:off x="5955342" y="1348004"/>
            <a:ext cx="1288026" cy="65406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PLP QA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BA9332-7D6E-AC54-FBB4-605932DCBDBE}"/>
              </a:ext>
            </a:extLst>
          </p:cNvPr>
          <p:cNvSpPr/>
          <p:nvPr/>
        </p:nvSpPr>
        <p:spPr>
          <a:xfrm>
            <a:off x="8175929" y="1348004"/>
            <a:ext cx="1288026" cy="65406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PLP PROD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24F9500-E840-3171-70F4-7C430E679ADF}"/>
              </a:ext>
            </a:extLst>
          </p:cNvPr>
          <p:cNvSpPr/>
          <p:nvPr/>
        </p:nvSpPr>
        <p:spPr>
          <a:xfrm>
            <a:off x="1514167" y="3794697"/>
            <a:ext cx="1288026" cy="50144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trike="sngStrike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Scinet</a:t>
            </a:r>
            <a:endParaRPr lang="en-IN" strike="sngStrike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3A65107-881E-3642-EE60-503528C34015}"/>
              </a:ext>
            </a:extLst>
          </p:cNvPr>
          <p:cNvSpPr/>
          <p:nvPr/>
        </p:nvSpPr>
        <p:spPr>
          <a:xfrm>
            <a:off x="1514167" y="4827610"/>
            <a:ext cx="1288026" cy="50144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trike="sngStrike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FlexPLP</a:t>
            </a:r>
            <a:endParaRPr lang="en-IN" strike="sngStrike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AFBCBD5-D202-7DFE-C5F7-0A8985D30E72}"/>
              </a:ext>
            </a:extLst>
          </p:cNvPr>
          <p:cNvSpPr/>
          <p:nvPr/>
        </p:nvSpPr>
        <p:spPr>
          <a:xfrm>
            <a:off x="3734754" y="4185103"/>
            <a:ext cx="1288026" cy="70502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PLP DEV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2DD4B1A-3712-250D-E349-C7CFD05F0043}"/>
              </a:ext>
            </a:extLst>
          </p:cNvPr>
          <p:cNvSpPr/>
          <p:nvPr/>
        </p:nvSpPr>
        <p:spPr>
          <a:xfrm>
            <a:off x="5955342" y="4185103"/>
            <a:ext cx="1288026" cy="69764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PLP QA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E66AD60-617B-CA88-A30D-3ADFB2E646E0}"/>
              </a:ext>
            </a:extLst>
          </p:cNvPr>
          <p:cNvSpPr/>
          <p:nvPr/>
        </p:nvSpPr>
        <p:spPr>
          <a:xfrm>
            <a:off x="8175929" y="4185415"/>
            <a:ext cx="1288026" cy="69764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PLP PROD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B975173-9B16-435D-09EF-335A9670888C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 flipV="1">
            <a:off x="5022780" y="4533927"/>
            <a:ext cx="932562" cy="3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2D1FB93-413F-9E30-8D35-422513535BFF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7243368" y="4533927"/>
            <a:ext cx="932561" cy="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D701D1A-740D-B345-9993-8E09F976CEBC}"/>
              </a:ext>
            </a:extLst>
          </p:cNvPr>
          <p:cNvCxnSpPr>
            <a:stCxn id="3" idx="2"/>
            <a:endCxn id="7" idx="1"/>
          </p:cNvCxnSpPr>
          <p:nvPr/>
        </p:nvCxnSpPr>
        <p:spPr>
          <a:xfrm rot="16200000" flipH="1">
            <a:off x="2675054" y="634691"/>
            <a:ext cx="351225" cy="17681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1F3F60E7-0FE1-59EA-F9FB-53D8087F77F9}"/>
              </a:ext>
            </a:extLst>
          </p:cNvPr>
          <p:cNvCxnSpPr>
            <a:stCxn id="6" idx="0"/>
            <a:endCxn id="7" idx="1"/>
          </p:cNvCxnSpPr>
          <p:nvPr/>
        </p:nvCxnSpPr>
        <p:spPr>
          <a:xfrm rot="5400000" flipH="1" flipV="1">
            <a:off x="2576313" y="1084658"/>
            <a:ext cx="548706" cy="17681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EDA0E5B-D8B3-160B-EC5B-840175BF21E5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5022780" y="1675037"/>
            <a:ext cx="932562" cy="19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588044-B3EC-CFCF-B069-B71F6119E378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243368" y="1675037"/>
            <a:ext cx="932561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B9D381A-2B39-C757-E2B0-A0FACB94FB14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2802193" y="4045420"/>
            <a:ext cx="932561" cy="4921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5A424404-EF38-B6FF-C6EB-0B019EC143B8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2802193" y="4537614"/>
            <a:ext cx="932561" cy="5407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6" name="Multiplication Sign 45">
            <a:extLst>
              <a:ext uri="{FF2B5EF4-FFF2-40B4-BE49-F238E27FC236}">
                <a16:creationId xmlns:a16="http://schemas.microsoft.com/office/drawing/2014/main" id="{09BB8C8C-52F3-1D8B-D521-AC86C1D389E5}"/>
              </a:ext>
            </a:extLst>
          </p:cNvPr>
          <p:cNvSpPr/>
          <p:nvPr/>
        </p:nvSpPr>
        <p:spPr>
          <a:xfrm>
            <a:off x="3073716" y="4245938"/>
            <a:ext cx="442452" cy="49219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758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632C-554C-F5FC-D08E-7C9986C0B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Unilever Shilling"/>
              </a:rPr>
              <a:t>BENEFITS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C8FF7D-D9B6-17CB-B3F6-36CBF1AB20B8}"/>
              </a:ext>
            </a:extLst>
          </p:cNvPr>
          <p:cNvSpPr txBox="1"/>
          <p:nvPr/>
        </p:nvSpPr>
        <p:spPr>
          <a:xfrm>
            <a:off x="1355382" y="1127849"/>
            <a:ext cx="6657907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000" dirty="0"/>
              <a:t>Streamline the infra as envisioned part of GCP migration</a:t>
            </a:r>
          </a:p>
          <a:p>
            <a:pPr marL="285750" indent="-285750">
              <a:buFont typeface="Arial"/>
              <a:buChar char="•"/>
            </a:pPr>
            <a:r>
              <a:rPr lang="en-GB" sz="2000" dirty="0"/>
              <a:t>Reduced infrastructure complexity</a:t>
            </a:r>
          </a:p>
          <a:p>
            <a:pPr marL="285750" indent="-285750">
              <a:buFont typeface="Arial"/>
              <a:buChar char="•"/>
            </a:pPr>
            <a:r>
              <a:rPr lang="en-GB" sz="2000" dirty="0"/>
              <a:t>Reduced cost of operation &amp; built </a:t>
            </a:r>
          </a:p>
          <a:p>
            <a:pPr marL="285750" indent="-285750">
              <a:buFont typeface="Arial"/>
              <a:buChar char="•"/>
            </a:pPr>
            <a:r>
              <a:rPr lang="en-GB" sz="2000" dirty="0"/>
              <a:t>Easy maintainability for future changes</a:t>
            </a:r>
          </a:p>
          <a:p>
            <a:pPr marL="285750" indent="-285750">
              <a:buFont typeface="Arial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604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ECA15-D368-0987-A155-E8F27E8F5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886" y="357611"/>
            <a:ext cx="10496776" cy="625369"/>
          </a:xfrm>
        </p:spPr>
        <p:txBody>
          <a:bodyPr>
            <a:normAutofit fontScale="90000"/>
          </a:bodyPr>
          <a:lstStyle/>
          <a:p>
            <a:pPr lvl="0" algn="ctr"/>
            <a:r>
              <a:rPr lang="en-IN" sz="2400" u="sng" dirty="0"/>
              <a:t>Proposed Workflow</a:t>
            </a:r>
            <a:br>
              <a:rPr lang="en-IN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endParaRPr lang="en-IN" sz="2400" dirty="0"/>
          </a:p>
        </p:txBody>
      </p:sp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2BE167B8-4B27-5666-37DC-73EB99193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062" y="1187223"/>
            <a:ext cx="8455931" cy="429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56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8A3B1-90EF-7400-AD75-C788A52EC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C83A7-1676-BF1D-1AF4-B204D12AB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Unilever Shilling"/>
              </a:rPr>
              <a:t>Roles and Responsibilities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342423-7D71-B66C-644A-61D961BEC20E}"/>
              </a:ext>
            </a:extLst>
          </p:cNvPr>
          <p:cNvSpPr txBox="1"/>
          <p:nvPr/>
        </p:nvSpPr>
        <p:spPr>
          <a:xfrm>
            <a:off x="1497330" y="914400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5A472C-B15B-501B-5310-E845F6457182}"/>
              </a:ext>
            </a:extLst>
          </p:cNvPr>
          <p:cNvSpPr txBox="1"/>
          <p:nvPr/>
        </p:nvSpPr>
        <p:spPr>
          <a:xfrm>
            <a:off x="1198799" y="751344"/>
            <a:ext cx="917423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Developer Activities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Develops the PLP protocol in the local user’s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Performs functional testing to validate correctness and stability.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Hands over the packaging-ready PLP protocol to the Administrator.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b="1" dirty="0"/>
              <a:t>Administrator Activities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Receives the PLP protocol along with all required components and dependencies.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Prepares and reviews comprehensive documentation and RFC.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Confirms the package is complete and ready for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Deploys the PLP protocol.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the new functionality is successfully enabled and available for use.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03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68B46-B527-6A76-D4C1-65ECF615C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480" y="2391157"/>
            <a:ext cx="2470230" cy="900000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16553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9db4e91-bad5-4fd0-9ca4-c06485916e3a}" enabled="1" method="Standard" siteId="{f66fae02-5d36-495b-bfe0-78a6ff9f8e6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5823</TotalTime>
  <Words>146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Unilever Shilling</vt:lpstr>
      <vt:lpstr>Unilever Shilling Medium</vt:lpstr>
      <vt:lpstr>Office Theme</vt:lpstr>
      <vt:lpstr>Research &amp; deployment Plan</vt:lpstr>
      <vt:lpstr>Existing Setup    </vt:lpstr>
      <vt:lpstr>BENEFITS</vt:lpstr>
      <vt:lpstr>Proposed Workflow       </vt:lpstr>
      <vt:lpstr>Roles and Responsibilities</vt:lpstr>
      <vt:lpstr>Thank You</vt:lpstr>
    </vt:vector>
  </TitlesOfParts>
  <Company>Unilever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Srivastava, Vijay</dc:creator>
  <cp:lastModifiedBy>Kar, Srikanta</cp:lastModifiedBy>
  <cp:revision>5</cp:revision>
  <dcterms:created xsi:type="dcterms:W3CDTF">2025-04-23T07:39:43Z</dcterms:created>
  <dcterms:modified xsi:type="dcterms:W3CDTF">2026-07-01T07:12:04Z</dcterms:modified>
</cp:coreProperties>
</file>